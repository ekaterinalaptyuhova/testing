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59" r:id="rId2"/>
    <p:sldMasterId id="2147483671" r:id="rId3"/>
  </p:sldMasterIdLst>
  <p:sldIdLst>
    <p:sldId id="265" r:id="rId4"/>
    <p:sldId id="264" r:id="rId5"/>
    <p:sldId id="261" r:id="rId6"/>
    <p:sldId id="259" r:id="rId7"/>
    <p:sldId id="284" r:id="rId8"/>
    <p:sldId id="272" r:id="rId9"/>
    <p:sldId id="282" r:id="rId10"/>
    <p:sldId id="281" r:id="rId11"/>
    <p:sldId id="286" r:id="rId12"/>
    <p:sldId id="287" r:id="rId13"/>
    <p:sldId id="288" r:id="rId14"/>
  </p:sldIdLst>
  <p:sldSz cx="12192000" cy="6858000"/>
  <p:notesSz cx="6858000" cy="9144000"/>
  <p:defaultTextStyle>
    <a:defPPr>
      <a:defRPr lang="ru-UA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E628F"/>
    <a:srgbClr val="6B8F78"/>
    <a:srgbClr val="B8A389"/>
    <a:srgbClr val="72A5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480" autoAdjust="0"/>
    <p:restoredTop sz="94660"/>
  </p:normalViewPr>
  <p:slideViewPr>
    <p:cSldViewPr snapToGrid="0" showGuides="1">
      <p:cViewPr varScale="1">
        <p:scale>
          <a:sx n="130" d="100"/>
          <a:sy n="130" d="100"/>
        </p:scale>
        <p:origin x="408" y="48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ableStyles" Target="tableStyle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presProps" Target="presProps.xml"/><Relationship Id="rId10" Type="http://schemas.openxmlformats.org/officeDocument/2006/relationships/slide" Target="slides/slide7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20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6.svg"/><Relationship Id="rId7" Type="http://schemas.openxmlformats.org/officeDocument/2006/relationships/image" Target="../media/image2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7" Type="http://schemas.openxmlformats.org/officeDocument/2006/relationships/image" Target="../media/image1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34.svg"/><Relationship Id="rId7" Type="http://schemas.openxmlformats.org/officeDocument/2006/relationships/image" Target="../media/image26.svg"/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36.svg"/><Relationship Id="rId7" Type="http://schemas.openxmlformats.org/officeDocument/2006/relationships/image" Target="../media/image20.svg"/><Relationship Id="rId2" Type="http://schemas.openxmlformats.org/officeDocument/2006/relationships/image" Target="../media/image3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37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40.svg"/><Relationship Id="rId4" Type="http://schemas.openxmlformats.org/officeDocument/2006/relationships/image" Target="../media/image39.pn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7" Type="http://schemas.openxmlformats.org/officeDocument/2006/relationships/image" Target="../media/image1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5.png"/><Relationship Id="rId5" Type="http://schemas.openxmlformats.org/officeDocument/2006/relationships/image" Target="../media/image14.svg"/><Relationship Id="rId4" Type="http://schemas.openxmlformats.org/officeDocument/2006/relationships/image" Target="../media/image13.png"/></Relationships>
</file>

<file path=ppt/slideLayouts/_rels/slideLayout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40.svg"/><Relationship Id="rId7" Type="http://schemas.openxmlformats.org/officeDocument/2006/relationships/image" Target="../media/image2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19.png"/><Relationship Id="rId11" Type="http://schemas.openxmlformats.org/officeDocument/2006/relationships/image" Target="../media/image22.svg"/><Relationship Id="rId5" Type="http://schemas.openxmlformats.org/officeDocument/2006/relationships/image" Target="../media/image18.svg"/><Relationship Id="rId10" Type="http://schemas.openxmlformats.org/officeDocument/2006/relationships/image" Target="../media/image21.png"/><Relationship Id="rId4" Type="http://schemas.openxmlformats.org/officeDocument/2006/relationships/image" Target="../media/image17.png"/><Relationship Id="rId9" Type="http://schemas.openxmlformats.org/officeDocument/2006/relationships/image" Target="../media/image16.svg"/></Relationships>
</file>

<file path=ppt/slideLayouts/_rels/slideLayout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40.svg"/><Relationship Id="rId7" Type="http://schemas.openxmlformats.org/officeDocument/2006/relationships/image" Target="../media/image26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6" Type="http://schemas.openxmlformats.org/officeDocument/2006/relationships/image" Target="../media/image25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9" Type="http://schemas.openxmlformats.org/officeDocument/2006/relationships/image" Target="../media/image28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24.svg"/><Relationship Id="rId4" Type="http://schemas.openxmlformats.org/officeDocument/2006/relationships/image" Target="../media/image2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CDC2DC8-1595-44EF-BFD9-634D72F2FBA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4B22976C-28C1-4BC5-9217-130437DA3E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0204" y="-38100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1009575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5DBD948-FFCE-4D2E-BEE0-3C32B762D8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158351E-B534-465D-A8F5-236C4D802CC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65183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E6EAD658-A226-A3A6-41F7-B72B2B8341C3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73EAC630-A11A-D73E-3199-107B2F705E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44783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C01B5D9-F6E0-4A39-98D1-657D0A8C90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47060" y="-1899920"/>
            <a:ext cx="7310519" cy="6858000"/>
          </a:xfrm>
          <a:prstGeom prst="rect">
            <a:avLst/>
          </a:prstGeom>
        </p:spPr>
      </p:pic>
      <p:sp>
        <p:nvSpPr>
          <p:cNvPr id="5" name="Объект 2">
            <a:extLst>
              <a:ext uri="{FF2B5EF4-FFF2-40B4-BE49-F238E27FC236}">
                <a16:creationId xmlns:a16="http://schemas.microsoft.com/office/drawing/2014/main" id="{00EDBD10-4EDE-4618-85CA-6D2CADFB3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6" name="Заголовок 1">
            <a:extLst>
              <a:ext uri="{FF2B5EF4-FFF2-40B4-BE49-F238E27FC236}">
                <a16:creationId xmlns:a16="http://schemas.microsoft.com/office/drawing/2014/main" id="{62FCA5C9-AA13-4F01-BD43-FC0445078A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BE2FFC77-4263-4986-8A76-0AC15E91BB2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1752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423041FD-6EA9-499C-A61F-4E874A0AB5D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340153" y="482600"/>
            <a:ext cx="7291214" cy="6858000"/>
          </a:xfrm>
          <a:prstGeom prst="rect">
            <a:avLst/>
          </a:prstGeom>
        </p:spPr>
      </p:pic>
      <p:sp>
        <p:nvSpPr>
          <p:cNvPr id="12" name="Заголовок 1">
            <a:extLst>
              <a:ext uri="{FF2B5EF4-FFF2-40B4-BE49-F238E27FC236}">
                <a16:creationId xmlns:a16="http://schemas.microsoft.com/office/drawing/2014/main" id="{18E4274C-D935-4115-A7D5-157F47ABBC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3" name="Объект 2">
            <a:extLst>
              <a:ext uri="{FF2B5EF4-FFF2-40B4-BE49-F238E27FC236}">
                <a16:creationId xmlns:a16="http://schemas.microsoft.com/office/drawing/2014/main" id="{EB74869F-179C-4489-8DC6-0CDA85AF74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Объект 3">
            <a:extLst>
              <a:ext uri="{FF2B5EF4-FFF2-40B4-BE49-F238E27FC236}">
                <a16:creationId xmlns:a16="http://schemas.microsoft.com/office/drawing/2014/main" id="{58FBD195-76D0-453F-9596-9D71F5E73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Прямоугольник 14">
            <a:extLst>
              <a:ext uri="{FF2B5EF4-FFF2-40B4-BE49-F238E27FC236}">
                <a16:creationId xmlns:a16="http://schemas.microsoft.com/office/drawing/2014/main" id="{7EA9D2A2-1D2C-402D-9EFF-500B66E2871C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939B83FE-1E29-4DE1-BFF2-44C13534345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06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2835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6AF3C3-2CF2-47DF-8127-86B04ADCBF9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61647" y="882174"/>
            <a:ext cx="7272242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06E00C9D-2AE6-4DB1-8502-064FB4F8B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41C53A3E-DF47-46FD-8F6B-D32BF63EE3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09D6F0B-1953-4A0E-A09B-D1DDCAE2AB5E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E81E00CE-1729-4A49-BC47-BAECF73F95E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0266AFA1-86B3-44DC-AAF4-61C10959C23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A4B5F2B-EBEE-48C0-950E-D08CF03EE8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F168ADA2-EDB7-4D98-8435-503D65CDF28A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49353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DBAC5DF-9D84-4F82-96C7-C30B101AE3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6677F94C-29EA-49B1-879F-EF1E254E71E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AD901F8E-46CC-4F1F-941A-9C8CB460F4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E3AFF098-F98A-4D1C-A827-F7E921283889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F77A5F91-C19C-4830-8C59-8A0C00ECA26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8420" y="1549400"/>
            <a:ext cx="7310519" cy="68580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9589277C-13FF-4D71-B74A-FB978E49F7E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3DF9B0AC-F7CE-4C89-A37F-1DA7456E213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9642A39B-DF47-433F-B7B6-809C07A39B5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3E8F16DF-C8BD-40A7-910D-248B961089D1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49096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147822F0-FC3A-4855-A2A3-A14BA9B7B69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49B80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одзаголовок 2">
            <a:extLst>
              <a:ext uri="{FF2B5EF4-FFF2-40B4-BE49-F238E27FC236}">
                <a16:creationId xmlns:a16="http://schemas.microsoft.com/office/drawing/2014/main" id="{983A5480-DF03-4035-B3B8-1553171D9A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B0C859BB-0BCE-4C54-90C2-2BD4AED5D75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900714" y="1231900"/>
            <a:ext cx="7291214" cy="6858000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C26C8595-4940-402A-9564-B9334E2D834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36018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B772CFF-81A1-4F2A-A9F8-4FEB1A48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D8A24-A315-4944-9867-C1DA065734D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B2E5A99-BFD6-4694-9C56-3AC298D88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BF817F-52BB-442A-8FFF-A25989AA8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3395780" y="-1153159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8A929-0234-4EEB-B329-01E890F4A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B49530-6DA7-4F35-9514-8BE833DAD4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E99A0E-2129-4E57-9789-F25B42D14C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43172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B772CFF-81A1-4F2A-A9F8-4FEB1A48E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D74D8A24-A315-4944-9867-C1DA065734D9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49B8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6B2E5A99-BFD6-4694-9C56-3AC298D88C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49B80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08BF817F-52BB-442A-8FFF-A25989AA8CB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8995068" y="-2132729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0548A929-0234-4EEB-B329-01E890F4A54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2166" y="5233448"/>
            <a:ext cx="436033" cy="436033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AB49530-6DA7-4F35-9514-8BE833DAD442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20482" y="5840412"/>
            <a:ext cx="673100" cy="6731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FE99A0E-2129-4E57-9789-F25B42D14CD4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65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390CC9A-347F-4696-B90E-12366BD4210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CF3A619-A762-4B38-8E0F-2DAE159B466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38237" y="-46567"/>
            <a:ext cx="8160860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134107132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B0713A2-3A3E-479C-B2D8-A8A8B59E54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E5465B1-A71B-4D1A-9B20-033F0C9588A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0970" y="711200"/>
            <a:ext cx="8160860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1938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A350F990-8C58-9B06-442C-6FCD14A6EADB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E0F2196A-AA2C-7D93-4038-7C05358C30C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2062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40BC3B13-ADD8-4A96-BA31-E2D2E2268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одзаголовок 2">
            <a:extLst>
              <a:ext uri="{FF2B5EF4-FFF2-40B4-BE49-F238E27FC236}">
                <a16:creationId xmlns:a16="http://schemas.microsoft.com/office/drawing/2014/main" id="{14A78A83-CE00-402B-8F3A-A4A90837336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8"/>
            <a:ext cx="5120640" cy="376364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D0FF8FCB-7D6B-4BF0-A980-F1007F0E7F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257800" cy="5613399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A9B3337A-2127-4A09-9DA9-088D83920078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1B506B72-42A8-44EA-862B-37BC99F6233D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4" name="Текст 14">
            <a:extLst>
              <a:ext uri="{FF2B5EF4-FFF2-40B4-BE49-F238E27FC236}">
                <a16:creationId xmlns:a16="http://schemas.microsoft.com/office/drawing/2014/main" id="{F95E6434-2293-39B7-2152-0F18EEB7DA5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4586023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A7E8F52-96D2-4A1B-AE6A-40A7150C31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442249" y="914400"/>
            <a:ext cx="7397057" cy="6858000"/>
          </a:xfrm>
          <a:prstGeom prst="rect">
            <a:avLst/>
          </a:prstGeom>
        </p:spPr>
      </p:pic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E89D047B-7CBB-4256-AE89-B70A8BAAF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23" name="Объект 2">
            <a:extLst>
              <a:ext uri="{FF2B5EF4-FFF2-40B4-BE49-F238E27FC236}">
                <a16:creationId xmlns:a16="http://schemas.microsoft.com/office/drawing/2014/main" id="{61AEE2F4-3150-4558-BBAB-90CE35BBC2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4" name="Объект 3">
            <a:extLst>
              <a:ext uri="{FF2B5EF4-FFF2-40B4-BE49-F238E27FC236}">
                <a16:creationId xmlns:a16="http://schemas.microsoft.com/office/drawing/2014/main" id="{3AE18B6B-9355-4E0C-9EE6-2AC62F9518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5" name="Прямоугольник 24">
            <a:extLst>
              <a:ext uri="{FF2B5EF4-FFF2-40B4-BE49-F238E27FC236}">
                <a16:creationId xmlns:a16="http://schemas.microsoft.com/office/drawing/2014/main" id="{5C9A6B1D-B9A0-4A34-A547-56B7EAA74483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791EAE45-7CEB-4BAB-A77A-ACA04C42ABE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77586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6702F980-77F1-4034-99A9-ED911C070E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EB4FCC4B-C0D0-4C37-95B6-B8FBB88A3C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716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Объект 2">
            <a:extLst>
              <a:ext uri="{FF2B5EF4-FFF2-40B4-BE49-F238E27FC236}">
                <a16:creationId xmlns:a16="http://schemas.microsoft.com/office/drawing/2014/main" id="{F5CAFBB7-69A1-422F-9EDB-FEFCFD81EA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F4B13095-225E-4E37-8E0E-C0A30DFBCC2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5" name="Объект 2">
            <a:extLst>
              <a:ext uri="{FF2B5EF4-FFF2-40B4-BE49-F238E27FC236}">
                <a16:creationId xmlns:a16="http://schemas.microsoft.com/office/drawing/2014/main" id="{774939AC-6322-4ED8-954A-C72C5620342D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6636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6" name="Объект 2">
            <a:extLst>
              <a:ext uri="{FF2B5EF4-FFF2-40B4-BE49-F238E27FC236}">
                <a16:creationId xmlns:a16="http://schemas.microsoft.com/office/drawing/2014/main" id="{EB643FC0-87AC-4E8C-8025-4FBD80A6970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5072" y="1825625"/>
            <a:ext cx="33787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02021E72-12F4-4437-9D61-85147A11C84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3795032-345E-46AA-B0A0-CA6FCFC49485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016967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5575B9-F26A-4F89-9C8D-4B55258A7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09412" y="1224637"/>
            <a:ext cx="7310519" cy="68580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5D01B1D-FD5F-40C5-B133-FB07F3F0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E1C443C-3522-4792-B5A4-CE9582C7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3A4661-9E8D-46A7-A090-8E59ED88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16699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445575B9-F26A-4F89-9C8D-4B55258A7B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48203" y="-2827337"/>
            <a:ext cx="7310519" cy="6858000"/>
          </a:xfrm>
          <a:prstGeom prst="rect">
            <a:avLst/>
          </a:prstGeom>
        </p:spPr>
      </p:pic>
      <p:sp>
        <p:nvSpPr>
          <p:cNvPr id="14" name="Заголовок 1">
            <a:extLst>
              <a:ext uri="{FF2B5EF4-FFF2-40B4-BE49-F238E27FC236}">
                <a16:creationId xmlns:a16="http://schemas.microsoft.com/office/drawing/2014/main" id="{15D01B1D-FD5F-40C5-B133-FB07F3F0F5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72A5CE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EE1C443C-3522-4792-B5A4-CE9582C764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23A4661-9E8D-46A7-A090-8E59ED88386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881132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  <a:noFill/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54750BEF-B5D4-469C-B034-BB9A1A99F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Прямоугольник 11">
            <a:extLst>
              <a:ext uri="{FF2B5EF4-FFF2-40B4-BE49-F238E27FC236}">
                <a16:creationId xmlns:a16="http://schemas.microsoft.com/office/drawing/2014/main" id="{76352516-8A73-4932-82BB-B9CD41C9BAF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3" name="Подзаголовок 2">
            <a:extLst>
              <a:ext uri="{FF2B5EF4-FFF2-40B4-BE49-F238E27FC236}">
                <a16:creationId xmlns:a16="http://schemas.microsoft.com/office/drawing/2014/main" id="{8EC7020A-97E9-4487-97F1-9DE6E4747A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F47F1027-212D-48AD-BC20-875F24643FB4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2B9BF6E-B3AF-4B71-8733-5EA40999F06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20ECA3CC-5CB9-4137-9BE0-889AAA7B32E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A840251E-90F2-437F-8630-722F412E73F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017C989-5497-4FA1-B95E-451A8E72BD69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EC59A685-1FBC-44DC-8AE2-2CACEBE51E55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989299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97E52CF1-E2DC-4845-97B2-8A8F2536CF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1449" y="3634293"/>
            <a:ext cx="11268075" cy="5838825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7DFB984-A410-4F1E-924E-32DBD5EF04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C857945D-708C-4B53-B47D-732F0A36481D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20" name="Подзаголовок 2">
            <a:extLst>
              <a:ext uri="{FF2B5EF4-FFF2-40B4-BE49-F238E27FC236}">
                <a16:creationId xmlns:a16="http://schemas.microsoft.com/office/drawing/2014/main" id="{60302506-4DB1-4217-97D4-BCE625DA51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5584BB9B-8973-47ED-B7C0-4186B1DCF10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10530ABE-CBDC-4FC4-84E7-36EF1DF3108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6" name="Рисунок 25">
            <a:extLst>
              <a:ext uri="{FF2B5EF4-FFF2-40B4-BE49-F238E27FC236}">
                <a16:creationId xmlns:a16="http://schemas.microsoft.com/office/drawing/2014/main" id="{B4D9FC69-1C2C-4FE8-B4AA-A6A8403FF80E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181930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84CC287-EC0D-4649-AD8F-23BF7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12BA82-E5F3-4806-B740-AFE1CCFE6042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340667B-5D23-411F-8C48-518015D4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530EFBB-9F9D-4A0F-8FB6-A34508E70C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512A5C1-722C-41C0-B67A-1EBC58C6A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2537868" y="1178243"/>
            <a:ext cx="7310519" cy="6858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32DB44-2463-4D4D-8931-315D05E8E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9A4828-3F3E-4778-A041-D66C11698A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AA7C9-B1B6-4E88-B0D6-B090F65F75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D5D892-2891-41EA-81F2-DCBDDE884A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58385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Титульный слайд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3" name="Заголовок 1">
            <a:extLst>
              <a:ext uri="{FF2B5EF4-FFF2-40B4-BE49-F238E27FC236}">
                <a16:creationId xmlns:a16="http://schemas.microsoft.com/office/drawing/2014/main" id="{384CC287-EC0D-4649-AD8F-23BF797B0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12BA82-E5F3-4806-B740-AFE1CCFE6042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72A5CE"/>
              </a:solidFill>
            </a:endParaRPr>
          </a:p>
        </p:txBody>
      </p:sp>
      <p:sp>
        <p:nvSpPr>
          <p:cNvPr id="15" name="Подзаголовок 2">
            <a:extLst>
              <a:ext uri="{FF2B5EF4-FFF2-40B4-BE49-F238E27FC236}">
                <a16:creationId xmlns:a16="http://schemas.microsoft.com/office/drawing/2014/main" id="{5340667B-5D23-411F-8C48-518015D4BD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72A5CE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6" name="Объект 2">
            <a:extLst>
              <a:ext uri="{FF2B5EF4-FFF2-40B4-BE49-F238E27FC236}">
                <a16:creationId xmlns:a16="http://schemas.microsoft.com/office/drawing/2014/main" id="{4530EFBB-9F9D-4A0F-8FB6-A34508E70C3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3198" y="550333"/>
            <a:ext cx="6949014" cy="562663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2512A5C1-722C-41C0-B67A-1EBC58C6AC9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10053816" y="-881227"/>
            <a:ext cx="7310519" cy="6858000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0632DB44-2463-4D4D-8931-315D05E8E76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746983" y="611353"/>
            <a:ext cx="476200" cy="476200"/>
          </a:xfrm>
          <a:prstGeom prst="rect">
            <a:avLst/>
          </a:prstGeom>
        </p:spPr>
      </p:pic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D79A4828-3F3E-4778-A041-D66C11698AB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917012" y="108787"/>
            <a:ext cx="409575" cy="409575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DD2AA7C9-B1B6-4E88-B0D6-B090F65F7515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121800" y="908948"/>
            <a:ext cx="942975" cy="942975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68D5D892-2891-41EA-81F2-DCBDDE884ADC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495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Син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3036F7C-EFD9-41D2-9083-9B81E6FB580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10751" y="-1371600"/>
            <a:ext cx="7397057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tx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6" name="Объект 3">
            <a:extLst>
              <a:ext uri="{FF2B5EF4-FFF2-40B4-BE49-F238E27FC236}">
                <a16:creationId xmlns:a16="http://schemas.microsoft.com/office/drawing/2014/main" id="{9135AD75-8A20-4199-B590-DC5A0898BC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19C88466-5EC1-1DC3-620E-5D04F0E2A01E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72A5C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5" name="Текст 14">
            <a:extLst>
              <a:ext uri="{FF2B5EF4-FFF2-40B4-BE49-F238E27FC236}">
                <a16:creationId xmlns:a16="http://schemas.microsoft.com/office/drawing/2014/main" id="{A5F61A7B-276B-2FA1-13CA-BB31032FA1E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48519" y="6170616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39918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78AAEA8-B3ED-49FB-A821-379ACE662F8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EFB61119-1930-4639-8A95-2C1955FCDA2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067560" y="-33126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B7F358-4A36-4EC0-83AD-F14439D752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9B06CAEA-0089-48B7-9CD1-43C041B744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</p:spTree>
    <p:extLst>
      <p:ext uri="{BB962C8B-B14F-4D97-AF65-F5344CB8AC3E}">
        <p14:creationId xmlns:p14="http://schemas.microsoft.com/office/powerpoint/2010/main" val="369378645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E4A68D1-9680-4CE6-9E47-B4EF5C8B38E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A854A482-91C2-4667-9BD5-AB549982F70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88560" y="-66992"/>
            <a:ext cx="7310519" cy="6858000"/>
          </a:xfrm>
          <a:prstGeom prst="rect">
            <a:avLst/>
          </a:prstGeom>
        </p:spPr>
      </p:pic>
      <p:sp>
        <p:nvSpPr>
          <p:cNvPr id="10" name="Заголовок 1">
            <a:extLst>
              <a:ext uri="{FF2B5EF4-FFF2-40B4-BE49-F238E27FC236}">
                <a16:creationId xmlns:a16="http://schemas.microsoft.com/office/drawing/2014/main" id="{38725C72-9063-401F-809F-74DD8740A8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2000" y="563563"/>
            <a:ext cx="5120640" cy="1655762"/>
          </a:xfrm>
          <a:prstGeom prst="rect">
            <a:avLst/>
          </a:prstGeom>
        </p:spPr>
        <p:txBody>
          <a:bodyPr anchor="t"/>
          <a:lstStyle>
            <a:lvl1pPr algn="l">
              <a:defRPr sz="4800" b="1" u="none" strike="noStrike">
                <a:solidFill>
                  <a:schemeClr val="bg1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1" name="Подзаголовок 2">
            <a:extLst>
              <a:ext uri="{FF2B5EF4-FFF2-40B4-BE49-F238E27FC236}">
                <a16:creationId xmlns:a16="http://schemas.microsoft.com/office/drawing/2014/main" id="{13BC47E2-CA0B-45E8-8ECA-07D53CEC8B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2000" y="2413317"/>
            <a:ext cx="5120640" cy="3896041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sp>
        <p:nvSpPr>
          <p:cNvPr id="12" name="Объект 3">
            <a:extLst>
              <a:ext uri="{FF2B5EF4-FFF2-40B4-BE49-F238E27FC236}">
                <a16:creationId xmlns:a16="http://schemas.microsoft.com/office/drawing/2014/main" id="{378D3E39-E01C-487E-8242-FBB59F1102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0" y="563562"/>
            <a:ext cx="5552440" cy="57457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2603200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Объект 2">
            <a:extLst>
              <a:ext uri="{FF2B5EF4-FFF2-40B4-BE49-F238E27FC236}">
                <a16:creationId xmlns:a16="http://schemas.microsoft.com/office/drawing/2014/main" id="{DE73C139-D57D-48B3-B634-EEDEB3C77FDB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" name="Прямоугольник 2">
            <a:extLst>
              <a:ext uri="{FF2B5EF4-FFF2-40B4-BE49-F238E27FC236}">
                <a16:creationId xmlns:a16="http://schemas.microsoft.com/office/drawing/2014/main" id="{4E73F807-5DA6-9785-4A54-BE4A37D12FA5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3" name="Текст 14">
            <a:extLst>
              <a:ext uri="{FF2B5EF4-FFF2-40B4-BE49-F238E27FC236}">
                <a16:creationId xmlns:a16="http://schemas.microsoft.com/office/drawing/2014/main" id="{B27174C5-D2DF-5C53-62CA-A71DB25389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949784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D1E01F7D-1F81-4DF0-8C39-49BC4D2ADAA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703252" y="882650"/>
            <a:ext cx="7243196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4" name="Объект 2">
            <a:extLst>
              <a:ext uri="{FF2B5EF4-FFF2-40B4-BE49-F238E27FC236}">
                <a16:creationId xmlns:a16="http://schemas.microsoft.com/office/drawing/2014/main" id="{B6E1931B-0CBF-4A08-8947-8B49902534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AD95C48-59F0-4685-B96D-246C719089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01115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79A38DD6-45D8-431D-8A91-C6CEE352BA02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199805066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1" name="Заголовок 1">
            <a:extLst>
              <a:ext uri="{FF2B5EF4-FFF2-40B4-BE49-F238E27FC236}">
                <a16:creationId xmlns:a16="http://schemas.microsoft.com/office/drawing/2014/main" id="{B7F9DBF1-EDBD-4C67-AD42-854211797F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5181600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7A71DC7A-6F84-499B-89BA-C830E1EE91A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3" name="Объект 3">
            <a:extLst>
              <a:ext uri="{FF2B5EF4-FFF2-40B4-BE49-F238E27FC236}">
                <a16:creationId xmlns:a16="http://schemas.microsoft.com/office/drawing/2014/main" id="{F13EEAEE-6CDA-4670-8ED2-79D457F7C8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4" name="Прямоугольник 13">
            <a:extLst>
              <a:ext uri="{FF2B5EF4-FFF2-40B4-BE49-F238E27FC236}">
                <a16:creationId xmlns:a16="http://schemas.microsoft.com/office/drawing/2014/main" id="{90F19C2F-4C72-4C0C-8583-1731CBD8380D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4D948FD4-3067-4A13-804C-A45E069463C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285312" y="158747"/>
            <a:ext cx="1733120" cy="159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612379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79113E84-D1CB-496C-96D6-1AD8FCE44F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852" y="2417128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43323971-C755-434A-BD41-619171027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949014" cy="1325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Объект 2">
            <a:extLst>
              <a:ext uri="{FF2B5EF4-FFF2-40B4-BE49-F238E27FC236}">
                <a16:creationId xmlns:a16="http://schemas.microsoft.com/office/drawing/2014/main" id="{320B953E-D106-4A57-AF0B-30E930ADA8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1B0F410-B337-4C94-B938-7548A0BA2711}"/>
              </a:ext>
            </a:extLst>
          </p:cNvPr>
          <p:cNvSpPr/>
          <p:nvPr userDrawn="1"/>
        </p:nvSpPr>
        <p:spPr>
          <a:xfrm>
            <a:off x="838200" y="0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1" name="Объект 2">
            <a:extLst>
              <a:ext uri="{FF2B5EF4-FFF2-40B4-BE49-F238E27FC236}">
                <a16:creationId xmlns:a16="http://schemas.microsoft.com/office/drawing/2014/main" id="{9B702B78-D833-472E-8554-75AE840BE90F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1827847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22" name="Объект 2">
            <a:extLst>
              <a:ext uri="{FF2B5EF4-FFF2-40B4-BE49-F238E27FC236}">
                <a16:creationId xmlns:a16="http://schemas.microsoft.com/office/drawing/2014/main" id="{70CC8E4F-D53E-479C-980E-59A051A5C58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7971372" y="1825625"/>
            <a:ext cx="3382428" cy="435133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DD1A7316-47EA-43C3-976C-2AE3220F09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830454" y="230187"/>
            <a:ext cx="962025" cy="962025"/>
          </a:xfrm>
          <a:prstGeom prst="rect">
            <a:avLst/>
          </a:prstGeom>
        </p:spPr>
      </p:pic>
      <p:pic>
        <p:nvPicPr>
          <p:cNvPr id="24" name="Рисунок 23">
            <a:extLst>
              <a:ext uri="{FF2B5EF4-FFF2-40B4-BE49-F238E27FC236}">
                <a16:creationId xmlns:a16="http://schemas.microsoft.com/office/drawing/2014/main" id="{E0E08F9B-6950-4550-A87C-6C7800F7988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866349" y="945853"/>
            <a:ext cx="563065" cy="5630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2768078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BB202C97-1F85-4BF6-96B6-B44EBFDD9A2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335972" y="-152400"/>
            <a:ext cx="7310519" cy="6858000"/>
          </a:xfrm>
          <a:prstGeom prst="rect">
            <a:avLst/>
          </a:prstGeom>
        </p:spPr>
      </p:pic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sp>
        <p:nvSpPr>
          <p:cNvPr id="12" name="Объект 2">
            <a:extLst>
              <a:ext uri="{FF2B5EF4-FFF2-40B4-BE49-F238E27FC236}">
                <a16:creationId xmlns:a16="http://schemas.microsoft.com/office/drawing/2014/main" id="{EE229FF7-E7D1-402F-9F97-A4479C921AD7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4404786" y="558799"/>
            <a:ext cx="6949014" cy="562038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>
                <a:latin typeface="Montserrat" pitchFamily="2" charset="-52"/>
              </a:defRPr>
            </a:lvl1pPr>
            <a:lvl2pPr>
              <a:defRPr>
                <a:latin typeface="Montserrat" pitchFamily="2" charset="-52"/>
              </a:defRPr>
            </a:lvl2pPr>
            <a:lvl3pPr>
              <a:defRPr>
                <a:latin typeface="Montserrat" pitchFamily="2" charset="-52"/>
              </a:defRPr>
            </a:lvl3pPr>
            <a:lvl4pPr>
              <a:defRPr>
                <a:latin typeface="Montserrat" pitchFamily="2" charset="-52"/>
              </a:defRPr>
            </a:lvl4pPr>
            <a:lvl5pPr>
              <a:defRPr>
                <a:latin typeface="Montserrat" pitchFamily="2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2D3AC320-2BC7-4B39-80DC-F0D06A98C5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DBBF62A7-CB76-4201-AFD5-C65DA47CE2EB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22BD306E-F571-4555-AC45-277C87FA32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2224CD73-1AD2-47CA-8688-6D04B7B33B5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85922" y="4541721"/>
            <a:ext cx="476200" cy="476200"/>
          </a:xfrm>
          <a:prstGeom prst="rect">
            <a:avLst/>
          </a:prstGeom>
        </p:spPr>
      </p:pic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54A17FA0-2B36-4198-8AEC-E9B2740150CE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828377" y="4485325"/>
            <a:ext cx="409575" cy="409575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F553B99D-BC5C-40BE-A25A-DF0DDCDC7AD7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3063383" y="5241957"/>
            <a:ext cx="942975" cy="942975"/>
          </a:xfrm>
          <a:prstGeom prst="rect">
            <a:avLst/>
          </a:prstGeom>
        </p:spPr>
      </p:pic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3FB2CA3A-2BD3-419B-AC86-4DF1B2F04E2F}"/>
              </a:ext>
            </a:extLst>
          </p:cNvPr>
          <p:cNvPicPr>
            <a:picLocks noChangeAspect="1"/>
          </p:cNvPicPr>
          <p:nvPr userDrawn="1"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1421532" y="152400"/>
            <a:ext cx="596900" cy="596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860089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CD860954-3ED1-49CE-B617-61C85D0FC82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29000" y="-1738312"/>
            <a:ext cx="7310519" cy="6858000"/>
          </a:xfrm>
          <a:prstGeom prst="rect">
            <a:avLst/>
          </a:prstGeom>
        </p:spPr>
      </p:pic>
      <p:sp>
        <p:nvSpPr>
          <p:cNvPr id="15" name="Заголовок 1">
            <a:extLst>
              <a:ext uri="{FF2B5EF4-FFF2-40B4-BE49-F238E27FC236}">
                <a16:creationId xmlns:a16="http://schemas.microsoft.com/office/drawing/2014/main" id="{890501DD-A3A7-479D-97B6-609A597E93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2024699"/>
            <a:ext cx="3356291" cy="1071563"/>
          </a:xfrm>
          <a:prstGeom prst="rect">
            <a:avLst/>
          </a:prstGeom>
        </p:spPr>
        <p:txBody>
          <a:bodyPr/>
          <a:lstStyle>
            <a:lvl1pPr>
              <a:defRPr sz="3600" b="1"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9AD82E11-AA7E-42FE-89ED-BB1481CBE776}"/>
              </a:ext>
            </a:extLst>
          </p:cNvPr>
          <p:cNvSpPr/>
          <p:nvPr userDrawn="1"/>
        </p:nvSpPr>
        <p:spPr>
          <a:xfrm rot="5400000">
            <a:off x="-1265238" y="2854962"/>
            <a:ext cx="2895600" cy="365125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25" name="Подзаголовок 2">
            <a:extLst>
              <a:ext uri="{FF2B5EF4-FFF2-40B4-BE49-F238E27FC236}">
                <a16:creationId xmlns:a16="http://schemas.microsoft.com/office/drawing/2014/main" id="{3D55C13C-9F95-4B2C-98EE-BA3460C270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9788" y="3246122"/>
            <a:ext cx="3356292" cy="1071563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400">
                <a:solidFill>
                  <a:srgbClr val="B8A389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7" name="Рисунок 26">
            <a:extLst>
              <a:ext uri="{FF2B5EF4-FFF2-40B4-BE49-F238E27FC236}">
                <a16:creationId xmlns:a16="http://schemas.microsoft.com/office/drawing/2014/main" id="{9F47CC49-8335-4E58-B739-4BCEF51D7DE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34146" y="4688359"/>
            <a:ext cx="436033" cy="436033"/>
          </a:xfrm>
          <a:prstGeom prst="rect">
            <a:avLst/>
          </a:prstGeom>
        </p:spPr>
      </p:pic>
      <p:pic>
        <p:nvPicPr>
          <p:cNvPr id="28" name="Рисунок 27">
            <a:extLst>
              <a:ext uri="{FF2B5EF4-FFF2-40B4-BE49-F238E27FC236}">
                <a16:creationId xmlns:a16="http://schemas.microsoft.com/office/drawing/2014/main" id="{BE13EFE5-C0E8-4429-B3FC-AC9643127DD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397882" y="5332931"/>
            <a:ext cx="673100" cy="673100"/>
          </a:xfrm>
          <a:prstGeom prst="rect">
            <a:avLst/>
          </a:prstGeom>
        </p:spPr>
      </p:pic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B4A1DC1D-ECD9-48EC-AB20-AFF40AB85331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1249913" y="323532"/>
            <a:ext cx="711899" cy="704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8683707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2">
            <a:extLst>
              <a:ext uri="{FF2B5EF4-FFF2-40B4-BE49-F238E27FC236}">
                <a16:creationId xmlns:a16="http://schemas.microsoft.com/office/drawing/2014/main" id="{E7B018CF-9657-4110-851C-0AFBE9EBC4B0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>
              <a:solidFill>
                <a:srgbClr val="B8A389"/>
              </a:solidFill>
            </a:endParaRPr>
          </a:p>
        </p:txBody>
      </p:sp>
      <p:sp>
        <p:nvSpPr>
          <p:cNvPr id="9" name="Текст 14">
            <a:extLst>
              <a:ext uri="{FF2B5EF4-FFF2-40B4-BE49-F238E27FC236}">
                <a16:creationId xmlns:a16="http://schemas.microsoft.com/office/drawing/2014/main" id="{6BC9175E-C35A-4896-B7DD-C4E6F3AC806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7402" y="6176962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1A6E8A29-52AD-4BD1-808F-39C7735EF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63BBBF77-1802-41C5-8276-9F69E12700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19" name="Подзаголовок 2">
            <a:extLst>
              <a:ext uri="{FF2B5EF4-FFF2-40B4-BE49-F238E27FC236}">
                <a16:creationId xmlns:a16="http://schemas.microsoft.com/office/drawing/2014/main" id="{9A977234-724D-4967-94B4-C8B2479296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0C8C1255-9948-487E-A9DE-2B48E5FBB5D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016117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Беж_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3FFA702-AFB7-47CE-9126-B6593F6A8D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2607282" y="1600200"/>
            <a:ext cx="7310519" cy="685800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4496B1-839C-4F28-B9BE-854655EFF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 b="1" u="none" strike="noStrike">
                <a:solidFill>
                  <a:srgbClr val="B8A389"/>
                </a:solidFill>
                <a:effectLst/>
                <a:latin typeface="Montserrat" pitchFamily="2" charset="-52"/>
              </a:defRPr>
            </a:lvl1pPr>
          </a:lstStyle>
          <a:p>
            <a:r>
              <a:rPr lang="ru-RU" dirty="0"/>
              <a:t>Образец заголовка</a:t>
            </a:r>
            <a:endParaRPr lang="ru-UA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BCDD15C0-FEB1-4DBB-BBFF-68C1EAB3F6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" pitchFamily="2" charset="-52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Образец подзаголовка</a:t>
            </a:r>
            <a:endParaRPr lang="ru-UA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0793F36-A140-4C27-939D-4F196E3822A1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65165" y="-156727"/>
            <a:ext cx="3153834" cy="2041090"/>
          </a:xfrm>
          <a:prstGeom prst="rect">
            <a:avLst/>
          </a:prstGeom>
        </p:spPr>
      </p:pic>
      <p:sp>
        <p:nvSpPr>
          <p:cNvPr id="4" name="Прямоугольник 2">
            <a:extLst>
              <a:ext uri="{FF2B5EF4-FFF2-40B4-BE49-F238E27FC236}">
                <a16:creationId xmlns:a16="http://schemas.microsoft.com/office/drawing/2014/main" id="{21299876-26E2-09CB-0AF5-59EEFE6C4AA2}"/>
              </a:ext>
            </a:extLst>
          </p:cNvPr>
          <p:cNvSpPr/>
          <p:nvPr userDrawn="1"/>
        </p:nvSpPr>
        <p:spPr>
          <a:xfrm>
            <a:off x="11494983" y="6176963"/>
            <a:ext cx="523449" cy="528637"/>
          </a:xfrm>
          <a:prstGeom prst="rect">
            <a:avLst/>
          </a:prstGeom>
          <a:solidFill>
            <a:srgbClr val="B8A3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UA"/>
          </a:p>
        </p:txBody>
      </p:sp>
      <p:sp>
        <p:nvSpPr>
          <p:cNvPr id="7" name="Текст 14">
            <a:extLst>
              <a:ext uri="{FF2B5EF4-FFF2-40B4-BE49-F238E27FC236}">
                <a16:creationId xmlns:a16="http://schemas.microsoft.com/office/drawing/2014/main" id="{B2D29A15-58C4-5CF7-47DF-A87B6375B2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1471750" y="6176963"/>
            <a:ext cx="569913" cy="52863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400" b="1">
                <a:solidFill>
                  <a:schemeClr val="bg1"/>
                </a:solidFill>
                <a:latin typeface="Montserrat" pitchFamily="2" charset="-52"/>
              </a:defRPr>
            </a:lvl1pPr>
          </a:lstStyle>
          <a:p>
            <a:pPr algn="ctr"/>
            <a:r>
              <a:rPr lang="en-US" sz="2800" dirty="0">
                <a:solidFill>
                  <a:schemeClr val="bg1"/>
                </a:solidFill>
              </a:rPr>
              <a:t>01</a:t>
            </a:r>
            <a:endParaRPr lang="ru-UA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60814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theme" Target="../theme/theme3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C7783F00-5E2A-08C7-18E6-82F0E23704E4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883371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85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702C23-C3A3-9D2A-A68A-CBC7B7DCDD8B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7439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86" r:id="rId8"/>
    <p:sldLayoutId id="2147483668" r:id="rId9"/>
    <p:sldLayoutId id="2147483669" r:id="rId10"/>
    <p:sldLayoutId id="2147483670" r:id="rId11"/>
    <p:sldLayoutId id="2147483687" r:id="rId12"/>
    <p:sldLayoutId id="2147483682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7557619-B362-84B8-82DF-828C6577D311}"/>
              </a:ext>
            </a:extLst>
          </p:cNvPr>
          <p:cNvSpPr txBox="1"/>
          <p:nvPr userDrawn="1"/>
        </p:nvSpPr>
        <p:spPr>
          <a:xfrm>
            <a:off x="10762735" y="6164818"/>
            <a:ext cx="716694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автор</a:t>
            </a:r>
          </a:p>
          <a:p>
            <a:r>
              <a:rPr lang="ru-RU" sz="900" dirty="0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 Екатерина</a:t>
            </a:r>
          </a:p>
          <a:p>
            <a:r>
              <a:rPr lang="ru-RU" sz="900" dirty="0" err="1">
                <a:solidFill>
                  <a:schemeClr val="bg2">
                    <a:lumMod val="25000"/>
                    <a:alpha val="33226"/>
                  </a:schemeClr>
                </a:solidFill>
                <a:effectLst>
                  <a:outerShdw blurRad="50800" dist="50800" dir="5400000" algn="ctr" rotWithShape="0">
                    <a:srgbClr val="000000">
                      <a:alpha val="0"/>
                    </a:srgbClr>
                  </a:outerShdw>
                </a:effectLst>
              </a:rPr>
              <a:t>Лаптюхова</a:t>
            </a:r>
            <a:endParaRPr lang="en-US" dirty="0">
              <a:solidFill>
                <a:schemeClr val="bg2">
                  <a:lumMod val="25000"/>
                  <a:alpha val="33226"/>
                </a:schemeClr>
              </a:solidFill>
              <a:effectLst>
                <a:outerShdw blurRad="50800" dist="50800" dir="5400000" algn="ctr" rotWithShape="0">
                  <a:srgbClr val="000000">
                    <a:alpha val="0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6922493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2" r:id="rId1"/>
    <p:sldLayoutId id="2147483673" r:id="rId2"/>
    <p:sldLayoutId id="2147483674" r:id="rId3"/>
    <p:sldLayoutId id="2147483675" r:id="rId4"/>
    <p:sldLayoutId id="2147483676" r:id="rId5"/>
    <p:sldLayoutId id="2147483677" r:id="rId6"/>
    <p:sldLayoutId id="2147483678" r:id="rId7"/>
    <p:sldLayoutId id="2147483679" r:id="rId8"/>
    <p:sldLayoutId id="2147483680" r:id="rId9"/>
    <p:sldLayoutId id="2147483684" r:id="rId10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UA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png"/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3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D42A42B1-C7FC-4385-BE1E-AE3673204A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01</a:t>
            </a:r>
            <a:endParaRPr lang="ru-UA" dirty="0"/>
          </a:p>
        </p:txBody>
      </p:sp>
      <p:sp>
        <p:nvSpPr>
          <p:cNvPr id="6" name="Подзаголовок 5">
            <a:extLst>
              <a:ext uri="{FF2B5EF4-FFF2-40B4-BE49-F238E27FC236}">
                <a16:creationId xmlns:a16="http://schemas.microsoft.com/office/drawing/2014/main" id="{74526C4A-9AA2-4990-BCF9-5CDBEFB749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281" y="217914"/>
            <a:ext cx="4373480" cy="494605"/>
          </a:xfrm>
        </p:spPr>
        <p:txBody>
          <a:bodyPr/>
          <a:lstStyle/>
          <a:p>
            <a:r>
              <a:rPr lang="ru-RU" dirty="0" err="1"/>
              <a:t>Потестируем</a:t>
            </a:r>
            <a:r>
              <a:rPr lang="ru-RU" dirty="0"/>
              <a:t> пуши</a:t>
            </a:r>
            <a:endParaRPr lang="ru-UA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23664C-E015-B8C3-478B-21F9C6272E31}"/>
              </a:ext>
            </a:extLst>
          </p:cNvPr>
          <p:cNvSpPr txBox="1"/>
          <p:nvPr/>
        </p:nvSpPr>
        <p:spPr>
          <a:xfrm>
            <a:off x="688769" y="712519"/>
            <a:ext cx="551015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- </a:t>
            </a:r>
            <a:r>
              <a:rPr lang="ru-RU" dirty="0"/>
              <a:t>мобильное приложение</a:t>
            </a:r>
          </a:p>
          <a:p>
            <a:pPr marL="285750" indent="-285750">
              <a:buFontTx/>
              <a:buChar char="-"/>
            </a:pPr>
            <a:r>
              <a:rPr lang="ru-RU" dirty="0"/>
              <a:t>19:00 каждый день (время можно менять)</a:t>
            </a:r>
          </a:p>
          <a:p>
            <a:pPr marL="285750" indent="-285750">
              <a:buFontTx/>
              <a:buChar char="-"/>
            </a:pPr>
            <a:r>
              <a:rPr lang="ru-RU" dirty="0"/>
              <a:t> «цитата дня» 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При нажатии переходим на цитату внутри </a:t>
            </a:r>
            <a:r>
              <a:rPr lang="ru-RU" dirty="0" err="1"/>
              <a:t>прилаги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/>
              <a:t>Доп кнопок на </a:t>
            </a:r>
            <a:r>
              <a:rPr lang="ru-RU" dirty="0" err="1"/>
              <a:t>пуше</a:t>
            </a:r>
            <a:r>
              <a:rPr lang="ru-RU" dirty="0"/>
              <a:t> нет</a:t>
            </a:r>
          </a:p>
          <a:p>
            <a:pPr marL="285750" indent="-285750">
              <a:buFontTx/>
              <a:buChar char="-"/>
            </a:pPr>
            <a:r>
              <a:rPr lang="ru-RU" dirty="0"/>
              <a:t>Пуши собираются</a:t>
            </a:r>
          </a:p>
          <a:p>
            <a:pPr marL="285750" indent="-285750">
              <a:buFontTx/>
              <a:buChar char="-"/>
            </a:pPr>
            <a:r>
              <a:rPr lang="ru-RU" dirty="0"/>
              <a:t>Три строчки, где первая – название </a:t>
            </a:r>
            <a:r>
              <a:rPr lang="ru-RU" dirty="0" err="1"/>
              <a:t>прилаги</a:t>
            </a:r>
            <a:endParaRPr lang="en-US" dirty="0"/>
          </a:p>
          <a:p>
            <a:pPr marL="285750" indent="-285750">
              <a:buFontTx/>
              <a:buChar char="-"/>
            </a:pPr>
            <a:r>
              <a:rPr lang="ru-RU" dirty="0"/>
              <a:t>Работает только с интернетом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1435AE-55E9-0079-59C0-5ED5E4AE127D}"/>
              </a:ext>
            </a:extLst>
          </p:cNvPr>
          <p:cNvSpPr txBox="1"/>
          <p:nvPr/>
        </p:nvSpPr>
        <p:spPr>
          <a:xfrm>
            <a:off x="688769" y="3190827"/>
            <a:ext cx="10646128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Проверки:</a:t>
            </a:r>
          </a:p>
          <a:p>
            <a:r>
              <a:rPr lang="ru-RU" sz="1400" dirty="0"/>
              <a:t> - </a:t>
            </a:r>
            <a:r>
              <a:rPr lang="ru-RU" sz="1400" dirty="0" err="1"/>
              <a:t>пуш</a:t>
            </a:r>
            <a:r>
              <a:rPr lang="ru-RU" sz="1400" dirty="0"/>
              <a:t> на заблокированный экран</a:t>
            </a:r>
          </a:p>
          <a:p>
            <a:r>
              <a:rPr lang="ru-RU" sz="1400" dirty="0"/>
              <a:t> - </a:t>
            </a:r>
            <a:r>
              <a:rPr lang="ru-RU" sz="1400" dirty="0" err="1"/>
              <a:t>пуш</a:t>
            </a:r>
            <a:r>
              <a:rPr lang="ru-RU" sz="1400" dirty="0"/>
              <a:t> во время использования телефона</a:t>
            </a:r>
          </a:p>
          <a:p>
            <a:r>
              <a:rPr lang="ru-RU" sz="1400" dirty="0"/>
              <a:t> - </a:t>
            </a:r>
            <a:r>
              <a:rPr lang="en-US" sz="1400" dirty="0"/>
              <a:t>wi-fi/ </a:t>
            </a:r>
            <a:r>
              <a:rPr lang="ru-RU" sz="1400" dirty="0"/>
              <a:t>мобильный/ нет подключения и авиа режим, выключен телефон</a:t>
            </a:r>
          </a:p>
          <a:p>
            <a:r>
              <a:rPr lang="ru-RU" sz="1400" dirty="0"/>
              <a:t> - кликабельность пуша (вертикальная/горизонтальная</a:t>
            </a:r>
            <a:r>
              <a:rPr lang="en-US" sz="1400" dirty="0"/>
              <a:t>, </a:t>
            </a:r>
            <a:r>
              <a:rPr lang="ru-RU" sz="1400" dirty="0"/>
              <a:t>шторка уведомления (из заблокированного/разблокированного состояний), из другой </a:t>
            </a:r>
            <a:r>
              <a:rPr lang="ru-RU" sz="1400" dirty="0" err="1"/>
              <a:t>прилаги</a:t>
            </a:r>
            <a:r>
              <a:rPr lang="ru-RU" sz="1400" dirty="0"/>
              <a:t>, заблокированный, получили </a:t>
            </a:r>
            <a:r>
              <a:rPr lang="ru-RU" sz="1400" dirty="0" err="1"/>
              <a:t>пуш</a:t>
            </a:r>
            <a:r>
              <a:rPr lang="ru-RU" sz="1400" dirty="0"/>
              <a:t>-выключили интернет-кликаем, открыта сама программа, </a:t>
            </a:r>
            <a:r>
              <a:rPr lang="en-US" sz="1400" dirty="0"/>
              <a:t>&gt;1 </a:t>
            </a:r>
            <a:r>
              <a:rPr lang="ru-RU" sz="1400" dirty="0"/>
              <a:t>пуша)</a:t>
            </a:r>
          </a:p>
          <a:p>
            <a:r>
              <a:rPr lang="ru-RU" sz="1400" dirty="0"/>
              <a:t> - зарядка телефона</a:t>
            </a:r>
          </a:p>
          <a:p>
            <a:r>
              <a:rPr lang="ru-RU" sz="1400" dirty="0"/>
              <a:t> - смена часового пояса</a:t>
            </a:r>
          </a:p>
          <a:p>
            <a:r>
              <a:rPr lang="ru-RU" sz="1400" dirty="0"/>
              <a:t> - разные режимы и настройки для данных режимов</a:t>
            </a:r>
          </a:p>
          <a:p>
            <a:r>
              <a:rPr lang="ru-RU" sz="1400" dirty="0"/>
              <a:t> - без звука/ со звуком</a:t>
            </a:r>
          </a:p>
          <a:p>
            <a:r>
              <a:rPr lang="ru-RU" sz="1400" dirty="0"/>
              <a:t> - синхронизация с девайсами</a:t>
            </a:r>
          </a:p>
          <a:p>
            <a:r>
              <a:rPr lang="ru-RU" sz="1400" dirty="0"/>
              <a:t> - сохранение пуша после перезагрузки телефона </a:t>
            </a:r>
          </a:p>
          <a:p>
            <a:r>
              <a:rPr lang="ru-RU" sz="1400" dirty="0"/>
              <a:t> - пуши во время звонков (по моб, через </a:t>
            </a:r>
            <a:r>
              <a:rPr lang="ru-RU" sz="1400" dirty="0" err="1"/>
              <a:t>прилаги</a:t>
            </a:r>
            <a:r>
              <a:rPr lang="ru-RU" sz="1400" dirty="0"/>
              <a:t>) </a:t>
            </a:r>
          </a:p>
          <a:p>
            <a:r>
              <a:rPr lang="ru-RU" sz="1400" dirty="0"/>
              <a:t> - закрытие разными способами / плюс </a:t>
            </a:r>
            <a:r>
              <a:rPr lang="ru-RU" sz="1400" dirty="0" err="1"/>
              <a:t>автозакрытие</a:t>
            </a:r>
            <a:r>
              <a:rPr lang="ru-RU" sz="1400" dirty="0"/>
              <a:t> пуша если он появился при использовании </a:t>
            </a:r>
            <a:r>
              <a:rPr lang="ru-RU" sz="1400" dirty="0" err="1"/>
              <a:t>др</a:t>
            </a:r>
            <a:r>
              <a:rPr lang="ru-RU" sz="1400" dirty="0"/>
              <a:t> приложения</a:t>
            </a:r>
          </a:p>
          <a:p>
            <a:pPr marL="285750" indent="-285750">
              <a:buFontTx/>
              <a:buChar char="-"/>
            </a:pPr>
            <a:endParaRPr lang="en-US" sz="1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85CB5B-890D-E87D-DC1D-0F7400BC2382}"/>
              </a:ext>
            </a:extLst>
          </p:cNvPr>
          <p:cNvSpPr txBox="1"/>
          <p:nvPr/>
        </p:nvSpPr>
        <p:spPr>
          <a:xfrm>
            <a:off x="6372150" y="712519"/>
            <a:ext cx="46212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- когда будет доступ к интернету, придет </a:t>
            </a:r>
            <a:r>
              <a:rPr lang="ru-RU" dirty="0" err="1"/>
              <a:t>пуш</a:t>
            </a:r>
            <a:endParaRPr lang="ru-RU" dirty="0"/>
          </a:p>
          <a:p>
            <a:pPr marL="285750" indent="-285750">
              <a:buFontTx/>
              <a:buChar char="-"/>
            </a:pPr>
            <a:r>
              <a:rPr lang="ru-RU" dirty="0" err="1"/>
              <a:t>Рандомный</a:t>
            </a:r>
            <a:r>
              <a:rPr lang="ru-RU" dirty="0"/>
              <a:t> выбор цитаты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82644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B40C1F-B11F-4E8B-921D-86405DC29F4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73927" y="2980449"/>
            <a:ext cx="3631870" cy="897102"/>
          </a:xfrm>
        </p:spPr>
        <p:txBody>
          <a:bodyPr/>
          <a:lstStyle/>
          <a:p>
            <a:r>
              <a:rPr lang="ru-RU" dirty="0"/>
              <a:t>Дефекты</a:t>
            </a:r>
            <a:endParaRPr lang="ru-UA"/>
          </a:p>
        </p:txBody>
      </p:sp>
    </p:spTree>
    <p:extLst>
      <p:ext uri="{BB962C8B-B14F-4D97-AF65-F5344CB8AC3E}">
        <p14:creationId xmlns:p14="http://schemas.microsoft.com/office/powerpoint/2010/main" val="26124777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65697284-F5F3-437C-A3B9-B0DBA3B62F9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02</a:t>
            </a:r>
            <a:endParaRPr lang="ru-UA" dirty="0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C6BE3E3-9FAC-4CEA-BC00-693C4814CA0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/>
          <a:lstStyle/>
          <a:p>
            <a:pPr marL="0" indent="0">
              <a:buNone/>
            </a:pPr>
            <a:r>
              <a:rPr lang="ru-RU" sz="1800" dirty="0">
                <a:solidFill>
                  <a:srgbClr val="1E628F"/>
                </a:solidFill>
                <a:latin typeface="Montserrat" pitchFamily="2" charset="77"/>
              </a:rPr>
              <a:t>Дефект (</a:t>
            </a:r>
            <a:r>
              <a:rPr lang="en-US" sz="1800" dirty="0">
                <a:solidFill>
                  <a:srgbClr val="1E628F"/>
                </a:solidFill>
                <a:latin typeface="Montserrat" pitchFamily="2" charset="77"/>
              </a:rPr>
              <a:t>defect)</a:t>
            </a:r>
            <a:r>
              <a:rPr lang="ru-RU" sz="1800" dirty="0">
                <a:solidFill>
                  <a:srgbClr val="1E628F"/>
                </a:solidFill>
                <a:latin typeface="Montserrat" pitchFamily="2" charset="77"/>
              </a:rPr>
              <a:t> - изъян в компоненте или системе, который может привести компонент или систему к невозможности выполнить требуемую функцию, например неверный оператор или определение данных. Дефект, обнаруженный во время выполнения, может привести к отказам компонента или системы.</a:t>
            </a:r>
          </a:p>
          <a:p>
            <a:pPr marL="0" indent="0">
              <a:buNone/>
            </a:pPr>
            <a:endParaRPr lang="ru-RU" sz="1800" dirty="0">
              <a:solidFill>
                <a:srgbClr val="1E628F"/>
              </a:solidFill>
              <a:latin typeface="Montserrat" pitchFamily="2" charset="77"/>
            </a:endParaRPr>
          </a:p>
          <a:p>
            <a:pPr marL="0" indent="0">
              <a:buNone/>
            </a:pPr>
            <a:r>
              <a:rPr lang="ru-RU" sz="1800" dirty="0">
                <a:solidFill>
                  <a:srgbClr val="1E628F"/>
                </a:solidFill>
                <a:latin typeface="Montserrat" pitchFamily="2" charset="77"/>
                <a:cs typeface="Times New Roman" panose="02020603050405020304" pitchFamily="18" charset="0"/>
              </a:rPr>
              <a:t>Баг репорт - документ, описывающий и </a:t>
            </a:r>
            <a:r>
              <a:rPr lang="ru-RU" sz="1800" dirty="0" err="1">
                <a:solidFill>
                  <a:srgbClr val="1E628F"/>
                </a:solidFill>
                <a:latin typeface="Montserrat" pitchFamily="2" charset="77"/>
                <a:cs typeface="Times New Roman" panose="02020603050405020304" pitchFamily="18" charset="0"/>
              </a:rPr>
              <a:t>приоритизирующий</a:t>
            </a:r>
            <a:r>
              <a:rPr lang="ru-RU" sz="1800" dirty="0">
                <a:solidFill>
                  <a:srgbClr val="1E628F"/>
                </a:solidFill>
                <a:latin typeface="Montserrat" pitchFamily="2" charset="77"/>
                <a:cs typeface="Times New Roman" panose="02020603050405020304" pitchFamily="18" charset="0"/>
              </a:rPr>
              <a:t> обнаруженный дефект, а также содействующий его устранению.</a:t>
            </a:r>
          </a:p>
          <a:p>
            <a:pPr marL="0" indent="0">
              <a:buNone/>
            </a:pPr>
            <a:endParaRPr lang="ru-RU" sz="1800" dirty="0">
              <a:solidFill>
                <a:srgbClr val="1E628F"/>
              </a:solidFill>
              <a:latin typeface="Montserrat" pitchFamily="2" charset="77"/>
            </a:endParaRPr>
          </a:p>
          <a:p>
            <a:pPr marL="0" indent="0">
              <a:buNone/>
            </a:pPr>
            <a:endParaRPr lang="ru-UA" sz="1800">
              <a:solidFill>
                <a:srgbClr val="1E628F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226413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Текст 1">
            <a:extLst>
              <a:ext uri="{FF2B5EF4-FFF2-40B4-BE49-F238E27FC236}">
                <a16:creationId xmlns:a16="http://schemas.microsoft.com/office/drawing/2014/main" id="{294C706D-CB16-4F9C-9728-CFFD1637C9D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6152" y="6176962"/>
            <a:ext cx="714598" cy="528637"/>
          </a:xfrm>
        </p:spPr>
        <p:txBody>
          <a:bodyPr/>
          <a:lstStyle/>
          <a:p>
            <a:r>
              <a:rPr lang="ru-RU" dirty="0"/>
              <a:t>03</a:t>
            </a:r>
            <a:endParaRPr lang="ru-UA" dirty="0"/>
          </a:p>
        </p:txBody>
      </p:sp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5C300624-A524-4512-AB12-9E4F7B1260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9445831" cy="525523"/>
          </a:xfrm>
        </p:spPr>
        <p:txBody>
          <a:bodyPr/>
          <a:lstStyle/>
          <a:p>
            <a:r>
              <a:rPr lang="ru-RU" sz="2800" dirty="0">
                <a:solidFill>
                  <a:srgbClr val="6B8F78"/>
                </a:solidFill>
              </a:rPr>
              <a:t>Структура дефекта</a:t>
            </a:r>
            <a:endParaRPr lang="ru-UA" sz="2800" dirty="0">
              <a:solidFill>
                <a:srgbClr val="6B8F78"/>
              </a:solidFill>
            </a:endParaRP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21D8917E-0538-476B-87A1-F31E9BD01E4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980209"/>
            <a:ext cx="9445830" cy="289758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Title (</a:t>
            </a:r>
            <a:r>
              <a:rPr lang="ru-RU" sz="1600" dirty="0">
                <a:solidFill>
                  <a:srgbClr val="6B8F78"/>
                </a:solidFill>
              </a:rPr>
              <a:t>Заголовок) - Краткое, но информативное описание проблемы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Steps to Reproduce </a:t>
            </a:r>
            <a:r>
              <a:rPr lang="ru-RU" sz="1600" dirty="0">
                <a:solidFill>
                  <a:srgbClr val="6B8F78"/>
                </a:solidFill>
              </a:rPr>
              <a:t>- Шаги для воспроизведения дефекта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Expected Result </a:t>
            </a:r>
            <a:r>
              <a:rPr lang="ru-RU" sz="1600" dirty="0">
                <a:solidFill>
                  <a:srgbClr val="6B8F78"/>
                </a:solidFill>
              </a:rPr>
              <a:t>- Что должно происходить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Actual Result </a:t>
            </a:r>
            <a:r>
              <a:rPr lang="ru-RU" sz="1600" dirty="0">
                <a:solidFill>
                  <a:srgbClr val="6B8F78"/>
                </a:solidFill>
              </a:rPr>
              <a:t>- Что происходит на самом деле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Environment</a:t>
            </a:r>
            <a:r>
              <a:rPr lang="ru-RU" sz="1600" dirty="0">
                <a:solidFill>
                  <a:srgbClr val="6B8F78"/>
                </a:solidFill>
              </a:rPr>
              <a:t> -</a:t>
            </a:r>
            <a:r>
              <a:rPr lang="en-US" sz="1600" dirty="0">
                <a:solidFill>
                  <a:srgbClr val="6B8F78"/>
                </a:solidFill>
              </a:rPr>
              <a:t> </a:t>
            </a:r>
            <a:r>
              <a:rPr lang="ru-RU" sz="1600" dirty="0">
                <a:solidFill>
                  <a:srgbClr val="6B8F78"/>
                </a:solidFill>
              </a:rPr>
              <a:t>Версия приложения, браузер, устройство, ОС и т.п.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Severity / Priority </a:t>
            </a:r>
            <a:r>
              <a:rPr lang="ru-RU" sz="1600" dirty="0">
                <a:solidFill>
                  <a:srgbClr val="6B8F78"/>
                </a:solidFill>
              </a:rPr>
              <a:t>- </a:t>
            </a:r>
            <a:r>
              <a:rPr lang="en-US" sz="1600" dirty="0">
                <a:solidFill>
                  <a:srgbClr val="6B8F78"/>
                </a:solidFill>
              </a:rPr>
              <a:t>(</a:t>
            </a:r>
            <a:r>
              <a:rPr lang="ru-RU" sz="1600" dirty="0">
                <a:solidFill>
                  <a:srgbClr val="6B8F78"/>
                </a:solidFill>
              </a:rPr>
              <a:t>если используется классификация)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Attachments </a:t>
            </a:r>
            <a:r>
              <a:rPr lang="ru-RU" sz="1600" dirty="0">
                <a:solidFill>
                  <a:srgbClr val="6B8F78"/>
                </a:solidFill>
              </a:rPr>
              <a:t>- Скриншоты, видео, логи и т.п.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6B8F78"/>
                </a:solidFill>
              </a:rPr>
              <a:t>Labels – </a:t>
            </a:r>
            <a:r>
              <a:rPr lang="ru-RU" sz="1600" dirty="0">
                <a:solidFill>
                  <a:srgbClr val="6B8F78"/>
                </a:solidFill>
              </a:rPr>
              <a:t>(если используется)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ru-UA" sz="1600" dirty="0">
              <a:solidFill>
                <a:srgbClr val="6B8F78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87992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3235C8-2727-5626-6EDB-1B999B20DA61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1389144" y="6170616"/>
            <a:ext cx="743481" cy="528637"/>
          </a:xfrm>
        </p:spPr>
        <p:txBody>
          <a:bodyPr/>
          <a:lstStyle/>
          <a:p>
            <a:r>
              <a:rPr lang="ru-RU" dirty="0"/>
              <a:t>04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6DF9401-D7A4-2E94-B39A-0495A7B2C8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0497" y="150508"/>
            <a:ext cx="3771983" cy="296295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0B2CE72-FE68-67F2-AE2A-2283529DF1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73911" y="1858590"/>
            <a:ext cx="3337121" cy="31408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04F333F-F457-772E-7DA6-FF343C30A9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97502" y="3113458"/>
            <a:ext cx="3771982" cy="3477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77593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Текст 1">
            <a:extLst>
              <a:ext uri="{FF2B5EF4-FFF2-40B4-BE49-F238E27FC236}">
                <a16:creationId xmlns:a16="http://schemas.microsoft.com/office/drawing/2014/main" id="{D2EC131C-A405-4D29-87B6-2AEFDA9877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24061" y="6176962"/>
            <a:ext cx="658879" cy="528637"/>
          </a:xfrm>
        </p:spPr>
        <p:txBody>
          <a:bodyPr/>
          <a:lstStyle/>
          <a:p>
            <a:r>
              <a:rPr lang="ru-RU" dirty="0"/>
              <a:t>05</a:t>
            </a:r>
            <a:endParaRPr lang="ru-UA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B8737FB-F6B0-2482-EB91-9B243D6294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565" y="2006930"/>
            <a:ext cx="4969053" cy="440224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16A1D1-E22F-23E6-E171-5945ECBABBA0}"/>
              </a:ext>
            </a:extLst>
          </p:cNvPr>
          <p:cNvSpPr txBox="1"/>
          <p:nvPr/>
        </p:nvSpPr>
        <p:spPr>
          <a:xfrm>
            <a:off x="837623" y="448829"/>
            <a:ext cx="42469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b="1" dirty="0">
                <a:solidFill>
                  <a:srgbClr val="1E628F"/>
                </a:solidFill>
                <a:latin typeface="Montserrat" pitchFamily="2" charset="77"/>
              </a:rPr>
              <a:t>Жизненный цикл тикета</a:t>
            </a:r>
            <a:endParaRPr lang="en-US" b="1" dirty="0">
              <a:solidFill>
                <a:srgbClr val="1E628F"/>
              </a:solidFill>
              <a:latin typeface="Montserrat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269844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3E4767-1396-A7E5-7B4D-669191BBDA1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6152" y="6176962"/>
            <a:ext cx="714598" cy="528637"/>
          </a:xfrm>
        </p:spPr>
        <p:txBody>
          <a:bodyPr/>
          <a:lstStyle/>
          <a:p>
            <a:r>
              <a:rPr lang="ru-RU" dirty="0"/>
              <a:t>06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1519DD1-DBF4-FE1E-B4DE-63B6C5CE7F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6642" y="742204"/>
            <a:ext cx="8074856" cy="4089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4672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Текст 1">
            <a:extLst>
              <a:ext uri="{FF2B5EF4-FFF2-40B4-BE49-F238E27FC236}">
                <a16:creationId xmlns:a16="http://schemas.microsoft.com/office/drawing/2014/main" id="{3667F8C9-D478-D83B-2064-89C7D11EAED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6152" y="6176962"/>
            <a:ext cx="714598" cy="528637"/>
          </a:xfrm>
        </p:spPr>
        <p:txBody>
          <a:bodyPr/>
          <a:lstStyle/>
          <a:p>
            <a:r>
              <a:rPr lang="ru-RU" dirty="0"/>
              <a:t>07</a:t>
            </a:r>
            <a:endParaRPr lang="ru-UA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3FF81C-D176-7A29-41FC-D319B5BC4C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308758"/>
            <a:ext cx="8704613" cy="65372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64076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AE65C6B-76B0-915D-13E1-1B1B36557F7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06152" y="6176962"/>
            <a:ext cx="714598" cy="528637"/>
          </a:xfrm>
        </p:spPr>
        <p:txBody>
          <a:bodyPr/>
          <a:lstStyle/>
          <a:p>
            <a:r>
              <a:rPr lang="ru-RU" dirty="0"/>
              <a:t>08</a:t>
            </a:r>
            <a:endParaRPr lang="en-US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050C1F7-FCC0-A096-3D0F-0CA8D7A84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615" y="1351657"/>
            <a:ext cx="8380270" cy="4154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49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D07B0-CDE1-44D8-118B-B3D4AE7814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44BD066-0C55-F395-D73E-070E6AF086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1418027" y="6176962"/>
            <a:ext cx="714598" cy="528637"/>
          </a:xfrm>
        </p:spPr>
        <p:txBody>
          <a:bodyPr/>
          <a:lstStyle/>
          <a:p>
            <a:r>
              <a:rPr lang="ru-RU" dirty="0"/>
              <a:t>09</a:t>
            </a:r>
            <a:endParaRPr lang="en-US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ED06E70-1861-926B-7AFE-A02FA86847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8698" y="235528"/>
            <a:ext cx="5576284" cy="6622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6157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ADB362-7A2E-5CCB-A613-DBDA9289FB0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10</a:t>
            </a:r>
            <a:endParaRPr lang="en-US" dirty="0"/>
          </a:p>
        </p:txBody>
      </p:sp>
      <p:pic>
        <p:nvPicPr>
          <p:cNvPr id="7" name="Content Placeholder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E518D7C-7C29-4B1A-0155-AFB687036087}"/>
              </a:ext>
            </a:extLst>
          </p:cNvPr>
          <p:cNvPicPr>
            <a:picLocks noGrp="1" noChangeAspect="1"/>
          </p:cNvPicPr>
          <p:nvPr>
            <p:ph sz="half" idx="1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70697" y="332654"/>
            <a:ext cx="7923469" cy="6192691"/>
          </a:xfrm>
        </p:spPr>
      </p:pic>
    </p:spTree>
    <p:extLst>
      <p:ext uri="{BB962C8B-B14F-4D97-AF65-F5344CB8AC3E}">
        <p14:creationId xmlns:p14="http://schemas.microsoft.com/office/powerpoint/2010/main" val="462872472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</TotalTime>
  <Words>340</Words>
  <Application>Microsoft Macintosh PowerPoint</Application>
  <PresentationFormat>Widescreen</PresentationFormat>
  <Paragraphs>48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Montserrat</vt:lpstr>
      <vt:lpstr>Тема Office</vt:lpstr>
      <vt:lpstr>1_Тема Office</vt:lpstr>
      <vt:lpstr>2_Тема Office</vt:lpstr>
      <vt:lpstr>PowerPoint Presentation</vt:lpstr>
      <vt:lpstr>Дефекты</vt:lpstr>
      <vt:lpstr>PowerPoint Presentation</vt:lpstr>
      <vt:lpstr>Структура дефекта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Oksana Mishura</dc:creator>
  <cp:lastModifiedBy>Ekaterina Laptyuhova</cp:lastModifiedBy>
  <cp:revision>14</cp:revision>
  <dcterms:created xsi:type="dcterms:W3CDTF">2025-05-21T13:16:37Z</dcterms:created>
  <dcterms:modified xsi:type="dcterms:W3CDTF">2025-07-06T12:31:42Z</dcterms:modified>
</cp:coreProperties>
</file>